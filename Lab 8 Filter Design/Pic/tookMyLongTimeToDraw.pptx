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52C9-BB25-CAE8-A534-CA9DD3E78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554AB-E91A-4829-152C-9C88AA441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1373-F872-284E-3B8D-E91030FF4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B4013-6EAD-C047-35F3-2FC913A1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AB758-43B3-C9CA-41B0-6C78297D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2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752D7-F7AD-753A-7DA6-234F40B5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3CE1-D404-4195-4726-77FBEF2B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53C76-1791-551C-4142-A5CFE50F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BE51B-9C85-F29D-4A77-F32EBA52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23F7-2C97-1009-02DD-815CAF08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5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7D1F-E732-F96B-7D4F-AB1F564B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6AB50-F99F-F593-CA71-3D082A1D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11E-9DC3-0DDF-F74B-F0A8CDA2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7E1F-4FA9-1075-ECD5-0788CB25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5FE5B-51D5-21DC-D8D7-8273F70A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9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F901-1CCC-B589-72CE-C8263B71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0A6C3-927F-085A-0E2E-39A180360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A427A-9D80-3644-CF71-C4E2DFDED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14A1E-B7C4-D917-0185-7CA0FB0F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26983-8EB1-AC67-F65D-757CF495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A7A30-0032-DA03-BCBE-D6BBC33F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2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1564-80FD-B7DC-57BD-2074EBD5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AC201-73CC-9142-2979-E1305BC35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B8E63-D019-5454-A086-6674093B2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B27E0-4FCF-22C9-76CE-ADA5BD404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FFAD2-3D0A-0F3D-3E93-552054612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C4BF4-7160-18D9-E89F-6C4E3778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71B81-2610-A8DB-6068-90A67AAF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BE60E-C064-A969-B5D3-8BC93BC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3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E3CE-8169-7DB6-604C-8665DF36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9D754-BEEF-0F1C-F6B0-986C621E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AD556-3102-5A08-71E3-404384E2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53378-C793-F60C-CCBC-5EBF4CAD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7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FFC6B-39FD-0842-7D02-97D73D41A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DD36C-7AEC-27E7-4466-B25304EB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DF49D-EAB6-9518-3094-ABD3D600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7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282C-6ED5-AF8E-3F37-8F8B326F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3E8E1-65EA-B095-691F-8099A41F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F5F73-6CCB-3BEE-7DC5-91C699DA6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1F3E-A50E-DAE3-DB7F-4736C33E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5648-CA03-587F-DF86-75828CBC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3FD9C-BE1E-F2AC-41E1-9ED982B3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CC30-D489-AB15-F1A7-3C977279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D386D-7A71-77E2-4C84-67918C7F2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6CE37-2891-C3D5-FA04-D46808B58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0DF45-1C93-00E3-55A6-A0E7181A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31026-1591-3476-D5AD-F8577A2C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462BF-D39D-FFF3-8997-A2DE8907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0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C319-4190-4A6C-6456-61089318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48B3C-DCBE-1D64-33D9-DB74D517E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87C68-140E-B977-CA42-59B0F375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A5EC-5A57-DF8D-530F-6F5DD421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591D-1810-2259-4B03-8824B2FA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01321-194D-1AF3-656C-716B7D971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8BD3-67CE-E17F-92F9-D62F9784F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B0907-2B03-3EDD-BB89-790E3971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B7C6-27F4-89E8-A755-ABAAF911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D430E-C23B-B924-30D3-DE536C3D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10D72-5A02-6D24-9FAF-6B27CB6C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0F06F-477E-7F75-EA72-8ADF2555C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F78DD-0534-63B0-F021-66290BFCC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D7AD8-A5D5-4C39-89C5-643F22252E5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91190-3635-327A-FE66-A254E86DC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BF43B-0163-5BEF-379E-24C2FCF4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790BD-23FF-45A6-BCA9-8168D233E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0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453B7-D82B-DF7F-A3BB-77CE83BD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740" y="1200875"/>
            <a:ext cx="1645920" cy="617220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BB9020-665F-DBD4-8481-C048EAFBF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45848" y="3053917"/>
            <a:ext cx="914400" cy="78390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5107B7-19C3-D5CD-B7BB-41C12E44F559}"/>
              </a:ext>
            </a:extLst>
          </p:cNvPr>
          <p:cNvCxnSpPr/>
          <p:nvPr/>
        </p:nvCxnSpPr>
        <p:spPr>
          <a:xfrm flipH="1">
            <a:off x="2567409" y="1509485"/>
            <a:ext cx="672662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94CF99-6BDF-FE04-42D0-B881EBCB92D4}"/>
              </a:ext>
            </a:extLst>
          </p:cNvPr>
          <p:cNvCxnSpPr/>
          <p:nvPr/>
        </p:nvCxnSpPr>
        <p:spPr>
          <a:xfrm flipH="1">
            <a:off x="2567409" y="5084618"/>
            <a:ext cx="1097280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8F7F8E-E9E6-FD39-5565-706057566D7A}"/>
              </a:ext>
            </a:extLst>
          </p:cNvPr>
          <p:cNvGrpSpPr/>
          <p:nvPr/>
        </p:nvGrpSpPr>
        <p:grpSpPr>
          <a:xfrm>
            <a:off x="6331527" y="1090035"/>
            <a:ext cx="1583889" cy="1645920"/>
            <a:chOff x="6946223" y="2203031"/>
            <a:chExt cx="1583889" cy="1645920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68A8D66-84EA-7B12-D888-4262F31928AD}"/>
                </a:ext>
              </a:extLst>
            </p:cNvPr>
            <p:cNvSpPr/>
            <p:nvPr/>
          </p:nvSpPr>
          <p:spPr>
            <a:xfrm rot="5400000">
              <a:off x="6915208" y="2234046"/>
              <a:ext cx="1645920" cy="1583889"/>
            </a:xfrm>
            <a:prstGeom prst="triangle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F078805-ABBB-444C-FE50-9B099C212F2F}"/>
                    </a:ext>
                  </a:extLst>
                </p:cNvPr>
                <p:cNvSpPr txBox="1"/>
                <p:nvPr/>
              </p:nvSpPr>
              <p:spPr>
                <a:xfrm>
                  <a:off x="6946223" y="2359986"/>
                  <a:ext cx="4521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F078805-ABBB-444C-FE50-9B099C212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6223" y="2359986"/>
                  <a:ext cx="452104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46BB199-EF17-0538-5DE2-ED04903CCFF1}"/>
                    </a:ext>
                  </a:extLst>
                </p:cNvPr>
                <p:cNvSpPr txBox="1"/>
                <p:nvPr/>
              </p:nvSpPr>
              <p:spPr>
                <a:xfrm>
                  <a:off x="6960077" y="3115710"/>
                  <a:ext cx="4521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46BB199-EF17-0538-5DE2-ED04903CC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0077" y="3115710"/>
                  <a:ext cx="452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4801E80-3D29-B63F-F25C-4F24BB7CB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90" y="3182369"/>
            <a:ext cx="1645920" cy="617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AF39EE-E01D-7025-6887-CF57C2BBE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78285" y="3957205"/>
            <a:ext cx="1645920" cy="61722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5D9131-8219-896B-47EE-D9236B716D79}"/>
              </a:ext>
            </a:extLst>
          </p:cNvPr>
          <p:cNvCxnSpPr/>
          <p:nvPr/>
        </p:nvCxnSpPr>
        <p:spPr>
          <a:xfrm>
            <a:off x="4157706" y="1509485"/>
            <a:ext cx="217382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FAF1A62-16DA-465F-B774-C34DFA066FAE}"/>
              </a:ext>
            </a:extLst>
          </p:cNvPr>
          <p:cNvCxnSpPr>
            <a:endCxn id="12" idx="1"/>
          </p:cNvCxnSpPr>
          <p:nvPr/>
        </p:nvCxnSpPr>
        <p:spPr>
          <a:xfrm rot="5400000" flipH="1" flipV="1">
            <a:off x="5348966" y="2716603"/>
            <a:ext cx="1448694" cy="544136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48AE0A-A8A7-FA16-939C-FB151C508D67}"/>
              </a:ext>
            </a:extLst>
          </p:cNvPr>
          <p:cNvCxnSpPr/>
          <p:nvPr/>
        </p:nvCxnSpPr>
        <p:spPr>
          <a:xfrm flipV="1">
            <a:off x="4682836" y="1508600"/>
            <a:ext cx="0" cy="16737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FCE2C5-9DF8-0123-8BBB-432E8D636D35}"/>
              </a:ext>
            </a:extLst>
          </p:cNvPr>
          <p:cNvCxnSpPr/>
          <p:nvPr/>
        </p:nvCxnSpPr>
        <p:spPr>
          <a:xfrm flipV="1">
            <a:off x="4682836" y="3713018"/>
            <a:ext cx="0" cy="1371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531093-5191-8584-D3E8-E0C5DB423CCC}"/>
              </a:ext>
            </a:extLst>
          </p:cNvPr>
          <p:cNvCxnSpPr/>
          <p:nvPr/>
        </p:nvCxnSpPr>
        <p:spPr>
          <a:xfrm>
            <a:off x="3595925" y="5084618"/>
            <a:ext cx="217382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79D564-40D1-2B91-6FC8-A4992A95F4F3}"/>
              </a:ext>
            </a:extLst>
          </p:cNvPr>
          <p:cNvCxnSpPr/>
          <p:nvPr/>
        </p:nvCxnSpPr>
        <p:spPr>
          <a:xfrm flipV="1">
            <a:off x="5803611" y="4703462"/>
            <a:ext cx="0" cy="36576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B40900-5536-720C-069E-19C7EDDB3AD9}"/>
              </a:ext>
            </a:extLst>
          </p:cNvPr>
          <p:cNvCxnSpPr/>
          <p:nvPr/>
        </p:nvCxnSpPr>
        <p:spPr>
          <a:xfrm>
            <a:off x="5787390" y="3490979"/>
            <a:ext cx="79552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1B6834-4114-6773-995F-25C8CE5A399F}"/>
              </a:ext>
            </a:extLst>
          </p:cNvPr>
          <p:cNvCxnSpPr/>
          <p:nvPr/>
        </p:nvCxnSpPr>
        <p:spPr>
          <a:xfrm>
            <a:off x="7915417" y="1912994"/>
            <a:ext cx="914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0861CF-8A5C-F09D-0D87-9F0D7BF16480}"/>
              </a:ext>
            </a:extLst>
          </p:cNvPr>
          <p:cNvCxnSpPr>
            <a:cxnSpLocks/>
          </p:cNvCxnSpPr>
          <p:nvPr/>
        </p:nvCxnSpPr>
        <p:spPr>
          <a:xfrm>
            <a:off x="8718827" y="1912335"/>
            <a:ext cx="672662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0FFC6C4-56E0-4B89-4753-DF777FB5BE1F}"/>
              </a:ext>
            </a:extLst>
          </p:cNvPr>
          <p:cNvCxnSpPr/>
          <p:nvPr/>
        </p:nvCxnSpPr>
        <p:spPr>
          <a:xfrm rot="5400000" flipH="1" flipV="1">
            <a:off x="7357150" y="2286021"/>
            <a:ext cx="1578644" cy="831273"/>
          </a:xfrm>
          <a:prstGeom prst="bentConnector3">
            <a:avLst>
              <a:gd name="adj1" fmla="val -2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BE75E4-EBF0-0D8C-3967-4B099C11AE31}"/>
              </a:ext>
            </a:extLst>
          </p:cNvPr>
          <p:cNvCxnSpPr>
            <a:cxnSpLocks/>
          </p:cNvCxnSpPr>
          <p:nvPr/>
        </p:nvCxnSpPr>
        <p:spPr>
          <a:xfrm>
            <a:off x="4875400" y="5084618"/>
            <a:ext cx="4572000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D0D1D47-8C96-4BA6-91F2-75A9D0AF14C4}"/>
              </a:ext>
            </a:extLst>
          </p:cNvPr>
          <p:cNvSpPr txBox="1"/>
          <p:nvPr/>
        </p:nvSpPr>
        <p:spPr>
          <a:xfrm>
            <a:off x="5432659" y="5564654"/>
            <a:ext cx="73717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/>
              <a:t>GND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00AD36-B2AA-1F15-A92A-671938526867}"/>
              </a:ext>
            </a:extLst>
          </p:cNvPr>
          <p:cNvCxnSpPr>
            <a:cxnSpLocks/>
          </p:cNvCxnSpPr>
          <p:nvPr/>
        </p:nvCxnSpPr>
        <p:spPr>
          <a:xfrm>
            <a:off x="5809737" y="5064596"/>
            <a:ext cx="0" cy="3363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75AD6CD-CC8C-147A-ACD1-0832CE811A24}"/>
              </a:ext>
            </a:extLst>
          </p:cNvPr>
          <p:cNvSpPr/>
          <p:nvPr/>
        </p:nvSpPr>
        <p:spPr>
          <a:xfrm flipV="1">
            <a:off x="5662527" y="5349766"/>
            <a:ext cx="280352" cy="138563"/>
          </a:xfrm>
          <a:prstGeom prst="triangl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7EC0F7-644C-3EF1-6CAD-D8300075C11C}"/>
              </a:ext>
            </a:extLst>
          </p:cNvPr>
          <p:cNvCxnSpPr>
            <a:cxnSpLocks/>
          </p:cNvCxnSpPr>
          <p:nvPr/>
        </p:nvCxnSpPr>
        <p:spPr>
          <a:xfrm flipV="1">
            <a:off x="2880101" y="1679036"/>
            <a:ext cx="0" cy="1170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1A7B6DE-FDE5-9432-4F48-5B2D8394111B}"/>
              </a:ext>
            </a:extLst>
          </p:cNvPr>
          <p:cNvCxnSpPr>
            <a:cxnSpLocks/>
          </p:cNvCxnSpPr>
          <p:nvPr/>
        </p:nvCxnSpPr>
        <p:spPr>
          <a:xfrm>
            <a:off x="2880101" y="3708993"/>
            <a:ext cx="0" cy="1170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88AF10-C26A-6A9D-8905-28572E1E1D7B}"/>
                  </a:ext>
                </a:extLst>
              </p:cNvPr>
              <p:cNvSpPr txBox="1"/>
              <p:nvPr/>
            </p:nvSpPr>
            <p:spPr>
              <a:xfrm>
                <a:off x="2735496" y="3092241"/>
                <a:ext cx="3805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88AF10-C26A-6A9D-8905-28572E1E1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496" y="3092241"/>
                <a:ext cx="380553" cy="307777"/>
              </a:xfrm>
              <a:prstGeom prst="rect">
                <a:avLst/>
              </a:prstGeom>
              <a:blipFill>
                <a:blip r:embed="rId6"/>
                <a:stretch>
                  <a:fillRect l="-16129" r="-645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DB6E941-C2D7-FD2A-7E31-6588EFFF2981}"/>
              </a:ext>
            </a:extLst>
          </p:cNvPr>
          <p:cNvCxnSpPr>
            <a:cxnSpLocks/>
          </p:cNvCxnSpPr>
          <p:nvPr/>
        </p:nvCxnSpPr>
        <p:spPr>
          <a:xfrm flipV="1">
            <a:off x="9085521" y="204823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6C028F-8D8A-00FD-2FDA-5A7DC78C1792}"/>
              </a:ext>
            </a:extLst>
          </p:cNvPr>
          <p:cNvCxnSpPr>
            <a:cxnSpLocks/>
          </p:cNvCxnSpPr>
          <p:nvPr/>
        </p:nvCxnSpPr>
        <p:spPr>
          <a:xfrm>
            <a:off x="9085521" y="3884224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04111EF-A624-515F-732B-47AE60CD9D79}"/>
                  </a:ext>
                </a:extLst>
              </p:cNvPr>
              <p:cNvSpPr txBox="1"/>
              <p:nvPr/>
            </p:nvSpPr>
            <p:spPr>
              <a:xfrm>
                <a:off x="8940916" y="3253617"/>
                <a:ext cx="508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04111EF-A624-515F-732B-47AE60CD9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916" y="3253617"/>
                <a:ext cx="508985" cy="307777"/>
              </a:xfrm>
              <a:prstGeom prst="rect">
                <a:avLst/>
              </a:prstGeom>
              <a:blipFill>
                <a:blip r:embed="rId7"/>
                <a:stretch>
                  <a:fillRect l="-12048" r="-241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9DCCC3-231E-BCD9-75B0-2D52B214C834}"/>
                  </a:ext>
                </a:extLst>
              </p:cNvPr>
              <p:cNvSpPr txBox="1"/>
              <p:nvPr/>
            </p:nvSpPr>
            <p:spPr>
              <a:xfrm>
                <a:off x="3240071" y="1078181"/>
                <a:ext cx="7296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9DCCC3-231E-BCD9-75B0-2D52B214C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71" y="1078181"/>
                <a:ext cx="729623" cy="276999"/>
              </a:xfrm>
              <a:prstGeom prst="rect">
                <a:avLst/>
              </a:prstGeom>
              <a:blipFill>
                <a:blip r:embed="rId8"/>
                <a:stretch>
                  <a:fillRect l="-8403" r="-84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C0605A-8DCC-F536-4625-0D58C4B31208}"/>
                  </a:ext>
                </a:extLst>
              </p:cNvPr>
              <p:cNvSpPr txBox="1"/>
              <p:nvPr/>
            </p:nvSpPr>
            <p:spPr>
              <a:xfrm>
                <a:off x="3391580" y="3094483"/>
                <a:ext cx="12618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C0605A-8DCC-F536-4625-0D58C4B31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80" y="3094483"/>
                <a:ext cx="1261884" cy="276999"/>
              </a:xfrm>
              <a:prstGeom prst="rect">
                <a:avLst/>
              </a:prstGeom>
              <a:blipFill>
                <a:blip r:embed="rId9"/>
                <a:stretch>
                  <a:fillRect l="-3865" r="-434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68A053-527D-D19F-8963-A887EEE1FEDF}"/>
                  </a:ext>
                </a:extLst>
              </p:cNvPr>
              <p:cNvSpPr txBox="1"/>
              <p:nvPr/>
            </p:nvSpPr>
            <p:spPr>
              <a:xfrm>
                <a:off x="5765818" y="4065263"/>
                <a:ext cx="14833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168A053-527D-D19F-8963-A887EEE1F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818" y="4065263"/>
                <a:ext cx="1483340" cy="391902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8A6058-6B8B-DA55-5605-1843031F46FB}"/>
                  </a:ext>
                </a:extLst>
              </p:cNvPr>
              <p:cNvSpPr txBox="1"/>
              <p:nvPr/>
            </p:nvSpPr>
            <p:spPr>
              <a:xfrm>
                <a:off x="6790790" y="3055239"/>
                <a:ext cx="774292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8A6058-6B8B-DA55-5605-1843031F4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90" y="3055239"/>
                <a:ext cx="774292" cy="391582"/>
              </a:xfrm>
              <a:prstGeom prst="rect">
                <a:avLst/>
              </a:prstGeom>
              <a:blipFill>
                <a:blip r:embed="rId11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ight Brace 53">
            <a:extLst>
              <a:ext uri="{FF2B5EF4-FFF2-40B4-BE49-F238E27FC236}">
                <a16:creationId xmlns:a16="http://schemas.microsoft.com/office/drawing/2014/main" id="{7AA1CCE0-61DB-E952-98D6-721147CEC8A5}"/>
              </a:ext>
            </a:extLst>
          </p:cNvPr>
          <p:cNvSpPr/>
          <p:nvPr/>
        </p:nvSpPr>
        <p:spPr>
          <a:xfrm rot="5400000">
            <a:off x="3566240" y="5022141"/>
            <a:ext cx="250298" cy="1997663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029658D8-9FA2-DDA7-6502-C2BA24B048C9}"/>
              </a:ext>
            </a:extLst>
          </p:cNvPr>
          <p:cNvSpPr/>
          <p:nvPr/>
        </p:nvSpPr>
        <p:spPr>
          <a:xfrm rot="5400000">
            <a:off x="6639716" y="4078767"/>
            <a:ext cx="250298" cy="3907922"/>
          </a:xfrm>
          <a:prstGeom prst="righ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F3C7A45-2398-07A1-6FDD-885C6918C3F1}"/>
                  </a:ext>
                </a:extLst>
              </p:cNvPr>
              <p:cNvSpPr txBox="1"/>
              <p:nvPr/>
            </p:nvSpPr>
            <p:spPr>
              <a:xfrm>
                <a:off x="3047601" y="6126725"/>
                <a:ext cx="8842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𝑆𝑡𝑎𝑔𝑒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F3C7A45-2398-07A1-6FDD-885C6918C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01" y="6126725"/>
                <a:ext cx="884287" cy="369332"/>
              </a:xfrm>
              <a:prstGeom prst="rect">
                <a:avLst/>
              </a:prstGeom>
              <a:blipFill>
                <a:blip r:embed="rId12"/>
                <a:stretch>
                  <a:fillRect r="-28276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6AD629-727E-EB77-CE8D-C889281B6BFC}"/>
                  </a:ext>
                </a:extLst>
              </p:cNvPr>
              <p:cNvSpPr txBox="1"/>
              <p:nvPr/>
            </p:nvSpPr>
            <p:spPr>
              <a:xfrm>
                <a:off x="3749485" y="618498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𝑆𝑡𝑎𝑔𝑒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6AD629-727E-EB77-CE8D-C889281B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85" y="6184981"/>
                <a:ext cx="6096000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72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FDEDD4-25A6-3AC2-3B27-227C693B2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740" y="1200875"/>
            <a:ext cx="1645920" cy="617220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1CDA04E-B4AB-A97A-AC0C-26023249E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45848" y="3053917"/>
            <a:ext cx="914400" cy="7839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CEC6A6-5C66-60AF-4D8E-D319663F5D42}"/>
              </a:ext>
            </a:extLst>
          </p:cNvPr>
          <p:cNvCxnSpPr/>
          <p:nvPr/>
        </p:nvCxnSpPr>
        <p:spPr>
          <a:xfrm flipH="1">
            <a:off x="2567409" y="1509485"/>
            <a:ext cx="672662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3B5540-814C-1901-829A-8C624692F97E}"/>
              </a:ext>
            </a:extLst>
          </p:cNvPr>
          <p:cNvCxnSpPr/>
          <p:nvPr/>
        </p:nvCxnSpPr>
        <p:spPr>
          <a:xfrm flipH="1">
            <a:off x="2567409" y="5084618"/>
            <a:ext cx="1097280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1DBB289-DC96-B59C-0661-4B502D58F832}"/>
              </a:ext>
            </a:extLst>
          </p:cNvPr>
          <p:cNvGrpSpPr/>
          <p:nvPr/>
        </p:nvGrpSpPr>
        <p:grpSpPr>
          <a:xfrm>
            <a:off x="6331527" y="1090035"/>
            <a:ext cx="1583889" cy="1645920"/>
            <a:chOff x="6946223" y="2203031"/>
            <a:chExt cx="1583889" cy="1645920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7BA121E4-E295-9860-BCD2-ACE60A63E837}"/>
                </a:ext>
              </a:extLst>
            </p:cNvPr>
            <p:cNvSpPr/>
            <p:nvPr/>
          </p:nvSpPr>
          <p:spPr>
            <a:xfrm rot="5400000">
              <a:off x="6915208" y="2234046"/>
              <a:ext cx="1645920" cy="1583889"/>
            </a:xfrm>
            <a:prstGeom prst="triangle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3928C2B-B2D6-6FEC-97DF-DA9FD339AD43}"/>
                    </a:ext>
                  </a:extLst>
                </p:cNvPr>
                <p:cNvSpPr txBox="1"/>
                <p:nvPr/>
              </p:nvSpPr>
              <p:spPr>
                <a:xfrm>
                  <a:off x="6946223" y="2359986"/>
                  <a:ext cx="4521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3928C2B-B2D6-6FEC-97DF-DA9FD339A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6223" y="2359986"/>
                  <a:ext cx="452104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3755F14-C078-0939-02FC-297CED96A32C}"/>
                    </a:ext>
                  </a:extLst>
                </p:cNvPr>
                <p:cNvSpPr txBox="1"/>
                <p:nvPr/>
              </p:nvSpPr>
              <p:spPr>
                <a:xfrm>
                  <a:off x="6960077" y="3115710"/>
                  <a:ext cx="4521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3755F14-C078-0939-02FC-297CED96A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0077" y="3115710"/>
                  <a:ext cx="452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A97F075-1CA0-7C93-EED3-2F3357A13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90" y="3182369"/>
            <a:ext cx="1645920" cy="6172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B27989-D090-742D-C31D-FFD65A035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78285" y="3957205"/>
            <a:ext cx="1645920" cy="61722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1308BA-F5F1-ADB3-A42C-61B409F3461C}"/>
              </a:ext>
            </a:extLst>
          </p:cNvPr>
          <p:cNvCxnSpPr/>
          <p:nvPr/>
        </p:nvCxnSpPr>
        <p:spPr>
          <a:xfrm>
            <a:off x="4157706" y="1509485"/>
            <a:ext cx="217382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7F34841-C46D-6875-A826-7B9AD1E41FD6}"/>
              </a:ext>
            </a:extLst>
          </p:cNvPr>
          <p:cNvCxnSpPr>
            <a:endCxn id="11" idx="1"/>
          </p:cNvCxnSpPr>
          <p:nvPr/>
        </p:nvCxnSpPr>
        <p:spPr>
          <a:xfrm rot="5400000" flipH="1" flipV="1">
            <a:off x="5348966" y="2716603"/>
            <a:ext cx="1448694" cy="544136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473719-BFCC-FE6B-D74E-C20A81EBF711}"/>
              </a:ext>
            </a:extLst>
          </p:cNvPr>
          <p:cNvCxnSpPr/>
          <p:nvPr/>
        </p:nvCxnSpPr>
        <p:spPr>
          <a:xfrm flipV="1">
            <a:off x="4682836" y="1508600"/>
            <a:ext cx="0" cy="16737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6AB8EE-D4DB-0E5C-9164-CD2A81250BF7}"/>
              </a:ext>
            </a:extLst>
          </p:cNvPr>
          <p:cNvCxnSpPr/>
          <p:nvPr/>
        </p:nvCxnSpPr>
        <p:spPr>
          <a:xfrm flipV="1">
            <a:off x="4682836" y="3713018"/>
            <a:ext cx="0" cy="1371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D6AF50-3ADE-07AB-A46E-2AC9A3EF7530}"/>
              </a:ext>
            </a:extLst>
          </p:cNvPr>
          <p:cNvCxnSpPr/>
          <p:nvPr/>
        </p:nvCxnSpPr>
        <p:spPr>
          <a:xfrm>
            <a:off x="3595925" y="5084618"/>
            <a:ext cx="217382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C1F9FC-D361-F92C-D6E3-B7C129C92AEB}"/>
              </a:ext>
            </a:extLst>
          </p:cNvPr>
          <p:cNvCxnSpPr/>
          <p:nvPr/>
        </p:nvCxnSpPr>
        <p:spPr>
          <a:xfrm flipV="1">
            <a:off x="5803611" y="4703462"/>
            <a:ext cx="0" cy="36576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AE4486-50A0-B254-C4AD-4788A3C85615}"/>
              </a:ext>
            </a:extLst>
          </p:cNvPr>
          <p:cNvCxnSpPr/>
          <p:nvPr/>
        </p:nvCxnSpPr>
        <p:spPr>
          <a:xfrm>
            <a:off x="5787390" y="3490979"/>
            <a:ext cx="79552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04721B-AF15-DFDD-AB3D-53F7B8BD7D1C}"/>
              </a:ext>
            </a:extLst>
          </p:cNvPr>
          <p:cNvCxnSpPr/>
          <p:nvPr/>
        </p:nvCxnSpPr>
        <p:spPr>
          <a:xfrm>
            <a:off x="7915417" y="1912994"/>
            <a:ext cx="914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739AF6-FC3C-FEA4-9CBB-67899ED4750B}"/>
              </a:ext>
            </a:extLst>
          </p:cNvPr>
          <p:cNvCxnSpPr>
            <a:cxnSpLocks/>
          </p:cNvCxnSpPr>
          <p:nvPr/>
        </p:nvCxnSpPr>
        <p:spPr>
          <a:xfrm>
            <a:off x="8718827" y="1912335"/>
            <a:ext cx="672662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9BD13DA-001E-74CA-CBA1-433FE5F07190}"/>
              </a:ext>
            </a:extLst>
          </p:cNvPr>
          <p:cNvCxnSpPr/>
          <p:nvPr/>
        </p:nvCxnSpPr>
        <p:spPr>
          <a:xfrm rot="5400000" flipH="1" flipV="1">
            <a:off x="7357150" y="2286021"/>
            <a:ext cx="1578644" cy="831273"/>
          </a:xfrm>
          <a:prstGeom prst="bentConnector3">
            <a:avLst>
              <a:gd name="adj1" fmla="val -2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333AD1-0548-E7AA-90DB-BC7891825126}"/>
              </a:ext>
            </a:extLst>
          </p:cNvPr>
          <p:cNvCxnSpPr>
            <a:cxnSpLocks/>
          </p:cNvCxnSpPr>
          <p:nvPr/>
        </p:nvCxnSpPr>
        <p:spPr>
          <a:xfrm>
            <a:off x="4875400" y="5084618"/>
            <a:ext cx="4572000" cy="0"/>
          </a:xfrm>
          <a:prstGeom prst="line">
            <a:avLst/>
          </a:prstGeom>
          <a:ln w="28575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821388-9BCF-B21B-7C14-57E5DF4AFB7F}"/>
              </a:ext>
            </a:extLst>
          </p:cNvPr>
          <p:cNvCxnSpPr>
            <a:cxnSpLocks/>
          </p:cNvCxnSpPr>
          <p:nvPr/>
        </p:nvCxnSpPr>
        <p:spPr>
          <a:xfrm>
            <a:off x="5809737" y="5064596"/>
            <a:ext cx="0" cy="3363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396EA68-3441-9928-3F1C-5A7D39A61141}"/>
              </a:ext>
            </a:extLst>
          </p:cNvPr>
          <p:cNvSpPr/>
          <p:nvPr/>
        </p:nvSpPr>
        <p:spPr>
          <a:xfrm flipV="1">
            <a:off x="5662527" y="5349766"/>
            <a:ext cx="280352" cy="138563"/>
          </a:xfrm>
          <a:prstGeom prst="triangl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1A7CEE-5015-69DD-D9D9-BEA5EBD5ABB7}"/>
              </a:ext>
            </a:extLst>
          </p:cNvPr>
          <p:cNvCxnSpPr>
            <a:cxnSpLocks/>
          </p:cNvCxnSpPr>
          <p:nvPr/>
        </p:nvCxnSpPr>
        <p:spPr>
          <a:xfrm flipV="1">
            <a:off x="2880101" y="1679036"/>
            <a:ext cx="0" cy="1170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C7EB2F-4347-E9B3-F475-9976DA7E3B66}"/>
              </a:ext>
            </a:extLst>
          </p:cNvPr>
          <p:cNvCxnSpPr>
            <a:cxnSpLocks/>
          </p:cNvCxnSpPr>
          <p:nvPr/>
        </p:nvCxnSpPr>
        <p:spPr>
          <a:xfrm>
            <a:off x="2880101" y="3708993"/>
            <a:ext cx="0" cy="1170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686B05C-924A-E621-BB3E-A3B1F344EE3F}"/>
                  </a:ext>
                </a:extLst>
              </p:cNvPr>
              <p:cNvSpPr txBox="1"/>
              <p:nvPr/>
            </p:nvSpPr>
            <p:spPr>
              <a:xfrm>
                <a:off x="2735496" y="3092241"/>
                <a:ext cx="3805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686B05C-924A-E621-BB3E-A3B1F344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496" y="3092241"/>
                <a:ext cx="380553" cy="307777"/>
              </a:xfrm>
              <a:prstGeom prst="rect">
                <a:avLst/>
              </a:prstGeom>
              <a:blipFill>
                <a:blip r:embed="rId6"/>
                <a:stretch>
                  <a:fillRect l="-16129" r="-645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7487F4-8AD8-6C20-D847-737A0669C418}"/>
              </a:ext>
            </a:extLst>
          </p:cNvPr>
          <p:cNvCxnSpPr>
            <a:cxnSpLocks/>
          </p:cNvCxnSpPr>
          <p:nvPr/>
        </p:nvCxnSpPr>
        <p:spPr>
          <a:xfrm flipV="1">
            <a:off x="9085521" y="204823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CAF281-17A7-580D-4F9B-A46C0F7C94A5}"/>
              </a:ext>
            </a:extLst>
          </p:cNvPr>
          <p:cNvCxnSpPr>
            <a:cxnSpLocks/>
          </p:cNvCxnSpPr>
          <p:nvPr/>
        </p:nvCxnSpPr>
        <p:spPr>
          <a:xfrm>
            <a:off x="9085521" y="3884224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C10372-0647-B7F6-7D57-CD7FE12CF968}"/>
                  </a:ext>
                </a:extLst>
              </p:cNvPr>
              <p:cNvSpPr txBox="1"/>
              <p:nvPr/>
            </p:nvSpPr>
            <p:spPr>
              <a:xfrm>
                <a:off x="8940916" y="3253617"/>
                <a:ext cx="508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C10372-0647-B7F6-7D57-CD7FE12CF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916" y="3253617"/>
                <a:ext cx="508985" cy="307777"/>
              </a:xfrm>
              <a:prstGeom prst="rect">
                <a:avLst/>
              </a:prstGeom>
              <a:blipFill>
                <a:blip r:embed="rId7"/>
                <a:stretch>
                  <a:fillRect l="-12048" r="-241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2B858F-9CAA-F334-E96E-60A516399802}"/>
                  </a:ext>
                </a:extLst>
              </p:cNvPr>
              <p:cNvSpPr txBox="1"/>
              <p:nvPr/>
            </p:nvSpPr>
            <p:spPr>
              <a:xfrm>
                <a:off x="3240071" y="1078181"/>
                <a:ext cx="7296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2B858F-9CAA-F334-E96E-60A516399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71" y="1078181"/>
                <a:ext cx="729623" cy="276999"/>
              </a:xfrm>
              <a:prstGeom prst="rect">
                <a:avLst/>
              </a:prstGeom>
              <a:blipFill>
                <a:blip r:embed="rId8"/>
                <a:stretch>
                  <a:fillRect l="-8403" r="-84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AF9FBB-BC45-EE47-106B-91C91F99336A}"/>
                  </a:ext>
                </a:extLst>
              </p:cNvPr>
              <p:cNvSpPr txBox="1"/>
              <p:nvPr/>
            </p:nvSpPr>
            <p:spPr>
              <a:xfrm>
                <a:off x="3391580" y="3094483"/>
                <a:ext cx="12618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AF9FBB-BC45-EE47-106B-91C91F993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80" y="3094483"/>
                <a:ext cx="1261884" cy="276999"/>
              </a:xfrm>
              <a:prstGeom prst="rect">
                <a:avLst/>
              </a:prstGeom>
              <a:blipFill>
                <a:blip r:embed="rId9"/>
                <a:stretch>
                  <a:fillRect l="-3865" r="-434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BE0EDEB-BB8B-92A7-A772-FAB3AB6DF37C}"/>
                  </a:ext>
                </a:extLst>
              </p:cNvPr>
              <p:cNvSpPr txBox="1"/>
              <p:nvPr/>
            </p:nvSpPr>
            <p:spPr>
              <a:xfrm>
                <a:off x="5765818" y="4065263"/>
                <a:ext cx="14833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BE0EDEB-BB8B-92A7-A772-FAB3AB6D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818" y="4065263"/>
                <a:ext cx="1483340" cy="391902"/>
              </a:xfrm>
              <a:prstGeom prst="rect">
                <a:avLst/>
              </a:prstGeom>
              <a:blipFill>
                <a:blip r:embed="rId10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E4D5A0-7311-DD20-9888-4EE286406367}"/>
                  </a:ext>
                </a:extLst>
              </p:cNvPr>
              <p:cNvSpPr txBox="1"/>
              <p:nvPr/>
            </p:nvSpPr>
            <p:spPr>
              <a:xfrm>
                <a:off x="6790790" y="3055239"/>
                <a:ext cx="774292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E4D5A0-7311-DD20-9888-4EE286406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790" y="3055239"/>
                <a:ext cx="774292" cy="391582"/>
              </a:xfrm>
              <a:prstGeom prst="rect">
                <a:avLst/>
              </a:prstGeom>
              <a:blipFill>
                <a:blip r:embed="rId11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8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7BBCA604-1D59-6B03-9FF9-4726CC83E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799" y="1357490"/>
            <a:ext cx="5883150" cy="32082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41A445-E9FD-5BBF-EFE2-E49F47C074E4}"/>
                  </a:ext>
                </a:extLst>
              </p:cNvPr>
              <p:cNvSpPr txBox="1"/>
              <p:nvPr/>
            </p:nvSpPr>
            <p:spPr>
              <a:xfrm>
                <a:off x="5933440" y="4715886"/>
                <a:ext cx="25738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𝑀𝐶𝑃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6022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𝑂𝑝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𝐴𝑚𝑝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41A445-E9FD-5BBF-EFE2-E49F47C0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40" y="4715886"/>
                <a:ext cx="2573867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A2A5AD4-CC9C-0824-66E4-24F4CD8EA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634" y="3170764"/>
            <a:ext cx="1645920" cy="61722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A42A33-90EF-5F03-77C6-FC11ECCA91D4}"/>
              </a:ext>
            </a:extLst>
          </p:cNvPr>
          <p:cNvCxnSpPr/>
          <p:nvPr/>
        </p:nvCxnSpPr>
        <p:spPr>
          <a:xfrm>
            <a:off x="3981600" y="3479374"/>
            <a:ext cx="217382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7046B1-F300-3A91-382C-25BA2C506DFF}"/>
                  </a:ext>
                </a:extLst>
              </p:cNvPr>
              <p:cNvSpPr txBox="1"/>
              <p:nvPr/>
            </p:nvSpPr>
            <p:spPr>
              <a:xfrm>
                <a:off x="3063965" y="3041297"/>
                <a:ext cx="7296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7046B1-F300-3A91-382C-25BA2C506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965" y="3041297"/>
                <a:ext cx="729623" cy="276999"/>
              </a:xfrm>
              <a:prstGeom prst="rect">
                <a:avLst/>
              </a:prstGeom>
              <a:blipFill>
                <a:blip r:embed="rId5"/>
                <a:stretch>
                  <a:fillRect l="-8403" r="-84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A04CAF-CA84-1FDC-0418-8CA1CD3E632A}"/>
              </a:ext>
            </a:extLst>
          </p:cNvPr>
          <p:cNvCxnSpPr/>
          <p:nvPr/>
        </p:nvCxnSpPr>
        <p:spPr>
          <a:xfrm flipH="1">
            <a:off x="5482759" y="4221056"/>
            <a:ext cx="672662" cy="0"/>
          </a:xfrm>
          <a:prstGeom prst="line">
            <a:avLst/>
          </a:prstGeom>
          <a:ln>
            <a:tailEnd type="oval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E6A355-7026-40B5-DBA1-2B77EEBEB526}"/>
              </a:ext>
            </a:extLst>
          </p:cNvPr>
          <p:cNvSpPr txBox="1"/>
          <p:nvPr/>
        </p:nvSpPr>
        <p:spPr>
          <a:xfrm>
            <a:off x="4645177" y="4036390"/>
            <a:ext cx="846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V- Pin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641D77-A2E6-B2EB-CF49-1DC65C2C0FB2}"/>
              </a:ext>
            </a:extLst>
          </p:cNvPr>
          <p:cNvCxnSpPr>
            <a:cxnSpLocks/>
          </p:cNvCxnSpPr>
          <p:nvPr/>
        </p:nvCxnSpPr>
        <p:spPr>
          <a:xfrm>
            <a:off x="8170976" y="1996016"/>
            <a:ext cx="672662" cy="0"/>
          </a:xfrm>
          <a:prstGeom prst="line">
            <a:avLst/>
          </a:prstGeom>
          <a:ln>
            <a:tailEnd type="oval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F2167C-E9D2-5D6E-A765-676618151E18}"/>
              </a:ext>
            </a:extLst>
          </p:cNvPr>
          <p:cNvSpPr txBox="1"/>
          <p:nvPr/>
        </p:nvSpPr>
        <p:spPr>
          <a:xfrm>
            <a:off x="8997044" y="1811350"/>
            <a:ext cx="846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V+ Pin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4811C5-8FB6-7F7D-B54E-B4AE955740D2}"/>
              </a:ext>
            </a:extLst>
          </p:cNvPr>
          <p:cNvCxnSpPr/>
          <p:nvPr/>
        </p:nvCxnSpPr>
        <p:spPr>
          <a:xfrm flipH="1">
            <a:off x="2330323" y="3476124"/>
            <a:ext cx="672662" cy="0"/>
          </a:xfrm>
          <a:prstGeom prst="line">
            <a:avLst/>
          </a:prstGeom>
          <a:ln>
            <a:tailEnd type="oval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DE4C25D-7E99-4299-E336-2489BFB9D860}"/>
              </a:ext>
            </a:extLst>
          </p:cNvPr>
          <p:cNvSpPr txBox="1"/>
          <p:nvPr/>
        </p:nvSpPr>
        <p:spPr>
          <a:xfrm>
            <a:off x="1351708" y="3291458"/>
            <a:ext cx="98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W1 Pin</a:t>
            </a:r>
          </a:p>
        </p:txBody>
      </p:sp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E33D9B-129E-5D0E-2AFA-CE41E56D1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69200" y="4185357"/>
            <a:ext cx="914400" cy="7839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5FACC-1F4B-9441-2C57-AAD4B92F4C7A}"/>
                  </a:ext>
                </a:extLst>
              </p:cNvPr>
              <p:cNvSpPr txBox="1"/>
              <p:nvPr/>
            </p:nvSpPr>
            <p:spPr>
              <a:xfrm>
                <a:off x="3014932" y="4225923"/>
                <a:ext cx="12618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5FACC-1F4B-9441-2C57-AAD4B92F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32" y="4225923"/>
                <a:ext cx="1261884" cy="276999"/>
              </a:xfrm>
              <a:prstGeom prst="rect">
                <a:avLst/>
              </a:prstGeom>
              <a:blipFill>
                <a:blip r:embed="rId7"/>
                <a:stretch>
                  <a:fillRect l="-4348" r="-386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83F35C-2C6B-F02C-8ABA-49C6DE6EDA65}"/>
              </a:ext>
            </a:extLst>
          </p:cNvPr>
          <p:cNvCxnSpPr/>
          <p:nvPr/>
        </p:nvCxnSpPr>
        <p:spPr>
          <a:xfrm flipV="1">
            <a:off x="4304281" y="3491322"/>
            <a:ext cx="0" cy="914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8403EC-B5E7-CC82-CBE3-D8FBC7AAF6CC}"/>
              </a:ext>
            </a:extLst>
          </p:cNvPr>
          <p:cNvCxnSpPr/>
          <p:nvPr/>
        </p:nvCxnSpPr>
        <p:spPr>
          <a:xfrm flipV="1">
            <a:off x="4311054" y="4792187"/>
            <a:ext cx="0" cy="457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C6334D-A15F-94EB-30D4-B351190770CA}"/>
              </a:ext>
            </a:extLst>
          </p:cNvPr>
          <p:cNvCxnSpPr>
            <a:cxnSpLocks/>
          </p:cNvCxnSpPr>
          <p:nvPr/>
        </p:nvCxnSpPr>
        <p:spPr>
          <a:xfrm>
            <a:off x="4313380" y="5121569"/>
            <a:ext cx="0" cy="3363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B4B8A35-8489-DDB2-77D3-C9226A49C14A}"/>
              </a:ext>
            </a:extLst>
          </p:cNvPr>
          <p:cNvSpPr/>
          <p:nvPr/>
        </p:nvSpPr>
        <p:spPr>
          <a:xfrm flipV="1">
            <a:off x="4166170" y="5406739"/>
            <a:ext cx="280352" cy="138563"/>
          </a:xfrm>
          <a:prstGeom prst="triangl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F3190-0F98-D41B-8D5B-CA471F6AB4CE}"/>
              </a:ext>
            </a:extLst>
          </p:cNvPr>
          <p:cNvSpPr txBox="1"/>
          <p:nvPr/>
        </p:nvSpPr>
        <p:spPr>
          <a:xfrm>
            <a:off x="3428776" y="5305914"/>
            <a:ext cx="98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↓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Pin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C34351-3E9F-D3D4-2241-59C428252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834" y="1687406"/>
            <a:ext cx="1645920" cy="6172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D8CDAC-B174-5802-A926-A8185A1FA480}"/>
                  </a:ext>
                </a:extLst>
              </p:cNvPr>
              <p:cNvSpPr txBox="1"/>
              <p:nvPr/>
            </p:nvSpPr>
            <p:spPr>
              <a:xfrm>
                <a:off x="4395070" y="1399281"/>
                <a:ext cx="774292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D8CDAC-B174-5802-A926-A8185A1F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070" y="1399281"/>
                <a:ext cx="774292" cy="391582"/>
              </a:xfrm>
              <a:prstGeom prst="rect">
                <a:avLst/>
              </a:prstGeom>
              <a:blipFill>
                <a:blip r:embed="rId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32454B75-248A-9AE7-3FA9-27E6A827D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4286" y="1058504"/>
            <a:ext cx="1645920" cy="6172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4C99C2-6E5B-EF5C-E50C-6044027F98A3}"/>
                  </a:ext>
                </a:extLst>
              </p:cNvPr>
              <p:cNvSpPr txBox="1"/>
              <p:nvPr/>
            </p:nvSpPr>
            <p:spPr>
              <a:xfrm>
                <a:off x="1939353" y="1161539"/>
                <a:ext cx="14833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4C99C2-6E5B-EF5C-E50C-6044027F9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353" y="1161539"/>
                <a:ext cx="1483340" cy="391902"/>
              </a:xfrm>
              <a:prstGeom prst="rect">
                <a:avLst/>
              </a:prstGeom>
              <a:blipFill>
                <a:blip r:embed="rId9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74CAC2-77BD-06D7-9C92-6385A96D904E}"/>
              </a:ext>
            </a:extLst>
          </p:cNvPr>
          <p:cNvCxnSpPr/>
          <p:nvPr/>
        </p:nvCxnSpPr>
        <p:spPr>
          <a:xfrm>
            <a:off x="5374317" y="1996627"/>
            <a:ext cx="914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9E394F2-4958-07E5-FD73-B7EDBAC471E6}"/>
              </a:ext>
            </a:extLst>
          </p:cNvPr>
          <p:cNvCxnSpPr/>
          <p:nvPr/>
        </p:nvCxnSpPr>
        <p:spPr>
          <a:xfrm rot="10800000">
            <a:off x="4267409" y="1996016"/>
            <a:ext cx="1936965" cy="740410"/>
          </a:xfrm>
          <a:prstGeom prst="bentConnector3">
            <a:avLst>
              <a:gd name="adj1" fmla="val 1063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70EEFF-8262-6F35-DB25-26E76B7ED9A5}"/>
              </a:ext>
            </a:extLst>
          </p:cNvPr>
          <p:cNvCxnSpPr/>
          <p:nvPr/>
        </p:nvCxnSpPr>
        <p:spPr>
          <a:xfrm>
            <a:off x="3477246" y="1996015"/>
            <a:ext cx="914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2F8AD8-A41C-F1F2-BE42-957634EFF03A}"/>
              </a:ext>
            </a:extLst>
          </p:cNvPr>
          <p:cNvGrpSpPr/>
          <p:nvPr/>
        </p:nvGrpSpPr>
        <p:grpSpPr>
          <a:xfrm flipV="1">
            <a:off x="3331657" y="497676"/>
            <a:ext cx="280352" cy="423733"/>
            <a:chOff x="5815648" y="5495916"/>
            <a:chExt cx="280352" cy="42373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3E7386-8CE6-E129-7D6A-9588EC3B6131}"/>
                </a:ext>
              </a:extLst>
            </p:cNvPr>
            <p:cNvCxnSpPr>
              <a:cxnSpLocks/>
            </p:cNvCxnSpPr>
            <p:nvPr/>
          </p:nvCxnSpPr>
          <p:spPr>
            <a:xfrm>
              <a:off x="5962858" y="5495916"/>
              <a:ext cx="0" cy="33633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E05C0C84-4E70-30A1-9203-B8C1A6CA85BE}"/>
                </a:ext>
              </a:extLst>
            </p:cNvPr>
            <p:cNvSpPr/>
            <p:nvPr/>
          </p:nvSpPr>
          <p:spPr>
            <a:xfrm flipV="1">
              <a:off x="5815648" y="5781086"/>
              <a:ext cx="280352" cy="138563"/>
            </a:xfrm>
            <a:prstGeom prst="triangl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FDDE794-5572-7BA1-3A65-293713B7FB09}"/>
              </a:ext>
            </a:extLst>
          </p:cNvPr>
          <p:cNvSpPr txBox="1"/>
          <p:nvPr/>
        </p:nvSpPr>
        <p:spPr>
          <a:xfrm>
            <a:off x="2658175" y="223787"/>
            <a:ext cx="98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↓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Pin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2F3317A-F772-C707-95A4-6D8EB56397FC}"/>
              </a:ext>
            </a:extLst>
          </p:cNvPr>
          <p:cNvSpPr/>
          <p:nvPr/>
        </p:nvSpPr>
        <p:spPr>
          <a:xfrm>
            <a:off x="3461173" y="487680"/>
            <a:ext cx="1090507" cy="440267"/>
          </a:xfrm>
          <a:custGeom>
            <a:avLst/>
            <a:gdLst>
              <a:gd name="connsiteX0" fmla="*/ 0 w 1090507"/>
              <a:gd name="connsiteY0" fmla="*/ 440267 h 440267"/>
              <a:gd name="connsiteX1" fmla="*/ 494454 w 1090507"/>
              <a:gd name="connsiteY1" fmla="*/ 121920 h 440267"/>
              <a:gd name="connsiteX2" fmla="*/ 1090507 w 1090507"/>
              <a:gd name="connsiteY2" fmla="*/ 0 h 44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0507" h="440267">
                <a:moveTo>
                  <a:pt x="0" y="440267"/>
                </a:moveTo>
                <a:cubicBezTo>
                  <a:pt x="156351" y="317782"/>
                  <a:pt x="312703" y="195298"/>
                  <a:pt x="494454" y="121920"/>
                </a:cubicBezTo>
                <a:cubicBezTo>
                  <a:pt x="676205" y="48542"/>
                  <a:pt x="883356" y="24271"/>
                  <a:pt x="1090507" y="0"/>
                </a:cubicBezTo>
              </a:path>
            </a:pathLst>
          </a:custGeom>
          <a:ln>
            <a:tailEnd type="oval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1271D9-0A5D-B102-B632-D48BD95BFFDA}"/>
              </a:ext>
            </a:extLst>
          </p:cNvPr>
          <p:cNvSpPr txBox="1"/>
          <p:nvPr/>
        </p:nvSpPr>
        <p:spPr>
          <a:xfrm>
            <a:off x="4495060" y="302709"/>
            <a:ext cx="98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b="0" i="0" dirty="0">
                <a:solidFill>
                  <a:schemeClr val="accent2"/>
                </a:solidFill>
                <a:effectLst/>
                <a:latin typeface="-apple-system"/>
              </a:rPr>
              <a:t>1-</a:t>
            </a:r>
            <a:r>
              <a:rPr lang="en-US" dirty="0">
                <a:solidFill>
                  <a:schemeClr val="accent2"/>
                </a:solidFill>
              </a:rPr>
              <a:t> Pin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AB9019-4E0B-4D18-6A34-2FE47CEC199F}"/>
              </a:ext>
            </a:extLst>
          </p:cNvPr>
          <p:cNvSpPr/>
          <p:nvPr/>
        </p:nvSpPr>
        <p:spPr>
          <a:xfrm>
            <a:off x="5340553" y="968587"/>
            <a:ext cx="802860" cy="1022773"/>
          </a:xfrm>
          <a:custGeom>
            <a:avLst/>
            <a:gdLst>
              <a:gd name="connsiteX0" fmla="*/ 105207 w 802860"/>
              <a:gd name="connsiteY0" fmla="*/ 1022773 h 1022773"/>
              <a:gd name="connsiteX1" fmla="*/ 57794 w 802860"/>
              <a:gd name="connsiteY1" fmla="*/ 419946 h 1022773"/>
              <a:gd name="connsiteX2" fmla="*/ 802860 w 802860"/>
              <a:gd name="connsiteY2" fmla="*/ 0 h 102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2860" h="1022773">
                <a:moveTo>
                  <a:pt x="105207" y="1022773"/>
                </a:moveTo>
                <a:cubicBezTo>
                  <a:pt x="23363" y="806590"/>
                  <a:pt x="-58481" y="590408"/>
                  <a:pt x="57794" y="419946"/>
                </a:cubicBezTo>
                <a:cubicBezTo>
                  <a:pt x="174069" y="249484"/>
                  <a:pt x="488464" y="124742"/>
                  <a:pt x="802860" y="0"/>
                </a:cubicBezTo>
              </a:path>
            </a:pathLst>
          </a:custGeom>
          <a:ln>
            <a:headEnd type="none" w="med" len="med"/>
            <a:tailEnd type="oval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863000-FA78-F8FE-7679-9488695150DB}"/>
              </a:ext>
            </a:extLst>
          </p:cNvPr>
          <p:cNvSpPr txBox="1"/>
          <p:nvPr/>
        </p:nvSpPr>
        <p:spPr>
          <a:xfrm>
            <a:off x="6106377" y="771974"/>
            <a:ext cx="98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b="0" i="0" dirty="0">
                <a:solidFill>
                  <a:schemeClr val="accent2"/>
                </a:solidFill>
                <a:effectLst/>
                <a:latin typeface="-apple-system"/>
              </a:rPr>
              <a:t>1+</a:t>
            </a:r>
            <a:r>
              <a:rPr lang="en-US" dirty="0">
                <a:solidFill>
                  <a:schemeClr val="accent2"/>
                </a:solidFill>
              </a:rPr>
              <a:t> Pin</a:t>
            </a:r>
          </a:p>
        </p:txBody>
      </p:sp>
    </p:spTree>
    <p:extLst>
      <p:ext uri="{BB962C8B-B14F-4D97-AF65-F5344CB8AC3E}">
        <p14:creationId xmlns:p14="http://schemas.microsoft.com/office/powerpoint/2010/main" val="8640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73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-apple-system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 Cao</dc:creator>
  <cp:lastModifiedBy>Yue Cao</cp:lastModifiedBy>
  <cp:revision>1</cp:revision>
  <dcterms:created xsi:type="dcterms:W3CDTF">2025-11-04T01:16:46Z</dcterms:created>
  <dcterms:modified xsi:type="dcterms:W3CDTF">2025-11-04T04:11:38Z</dcterms:modified>
</cp:coreProperties>
</file>