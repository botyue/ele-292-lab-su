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7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DD448-81F9-5BC9-6A25-A080B021B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9D86DD-839B-3BD4-9B4D-8FF59C020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5A228-BB1F-03BC-EB56-7A0FF39AE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48AF-8937-4F92-9174-ED50992BE16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783B5-777F-12D6-D7E6-2A32A2DB2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941E7-7062-AA55-DA2A-7B393BC8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1841-5C20-44AE-BC6E-528B7AD81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59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22B37-47FD-5D09-5304-26CF5180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F31A8-1809-F03C-1130-A2E673B95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AAAE2-1554-1961-BBE9-70236FA0F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48AF-8937-4F92-9174-ED50992BE16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9E2E0-9835-ADE5-ED5A-DD49E545B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B7352-1068-5BA8-E427-A9559249B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1841-5C20-44AE-BC6E-528B7AD81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16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D68E2-CDC6-637B-731B-AB0D64E36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EDDF8-6033-0659-C98F-DE54A38C8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5FF19-11E6-E8FE-D2BE-F7682318C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48AF-8937-4F92-9174-ED50992BE16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9BDA7-5F57-DCCE-6386-0C8137A43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8A1C9-EDB2-04EA-9848-92368B6D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1841-5C20-44AE-BC6E-528B7AD81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6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09546-545C-3872-006F-4725AF438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73592-0B75-A81F-3736-FD456D0A2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BD8D4-BCC0-AA5F-3A1B-F4BFD6B39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39C6A-7737-6135-6CC9-D9EFD70A5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48AF-8937-4F92-9174-ED50992BE16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E236E-1258-389B-2A22-B873E7D37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A1DD5-379B-F2D3-B380-F8E4B3EE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1841-5C20-44AE-BC6E-528B7AD81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33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00161-FE61-6E3A-34DA-68A484A9B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636FB-E329-61AC-CC51-F967E8F8C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16E79-B491-8493-7F9F-ED7DBCF50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09E1CE-2E52-4311-7A46-540A15B711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A9ACFC-1354-1C38-8D78-3EB96AEE8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40D806-FE90-0D69-9EDC-BF632405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48AF-8937-4F92-9174-ED50992BE16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11F7B7-A4ED-254B-2502-58BCB55D0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7ECA81-5AFC-BE19-2408-80CC52DD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1841-5C20-44AE-BC6E-528B7AD81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591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4C92F-58D3-B6F1-4ECD-944E120B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855F9-DED2-E5CC-F522-5B085C3A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48AF-8937-4F92-9174-ED50992BE16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FC2DEC-A4F4-215F-4284-6A52BD08C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94B11-D7EE-CBD1-FFEB-A5F2118C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1841-5C20-44AE-BC6E-528B7AD81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455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7ECCC-A65E-D177-0307-5049FCDDA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48AF-8937-4F92-9174-ED50992BE16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1E187D-967E-4239-5373-28693EF5D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2ECF4-90F7-CE75-EE65-0C98C5D63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1841-5C20-44AE-BC6E-528B7AD81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478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4C278-1821-3670-B1F2-A9D45C1EE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03A65-7498-865E-594F-7909884EB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819E5-7957-1BD5-6F5D-0011FC60A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E77AC-6F2E-59FE-24F1-FA9C65A73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48AF-8937-4F92-9174-ED50992BE16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CCAD1-9C05-4CED-5EA5-D90116E25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E56BA-A1A5-E1ED-C673-8ADCEC02D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1841-5C20-44AE-BC6E-528B7AD81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573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311FB-6651-1A57-8D56-2B5090B58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EFF492-6E58-AA19-E557-E042614FA2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55C66-EF3D-271A-9184-92FD0A72A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F42A6-DA10-4612-2478-A4D7B07C2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48AF-8937-4F92-9174-ED50992BE16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BB027-857C-8F42-5CFE-026BC3341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A36E9-FA8F-C0B3-C68F-523B446F2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1841-5C20-44AE-BC6E-528B7AD81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02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0F901-9551-B0A0-0911-C44A76191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392D26-F543-FA02-74B0-B524A2390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AB4AE-D047-B478-283D-BA90603D8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48AF-8937-4F92-9174-ED50992BE16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AC069-D686-2DB7-E019-211E1FBA6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51F35-F16E-3E61-2F59-DF9E7C80F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1841-5C20-44AE-BC6E-528B7AD81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6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BF2569-4BB1-4F2D-7C7F-9D340AB279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91EF04-B734-87D9-6F00-3268AE3C6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2A953-3433-7B9D-6A3C-4009C821C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48AF-8937-4F92-9174-ED50992BE16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14811-568E-2725-E3DF-56B2B1A46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19B29-DC79-0CAC-801F-C67CDAD8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1841-5C20-44AE-BC6E-528B7AD81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928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9BD728-5E9C-14E7-E7CD-24C0217AE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19B1C-B179-FAA1-48A5-E47A08E0A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0915E-4D8E-CA47-852F-C53DBCAF24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F48AF-8937-4F92-9174-ED50992BE16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F1364-E189-A4BF-D62E-252945C46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FF242-0D16-EF1C-C2DB-79A10DF64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21841-5C20-44AE-BC6E-528B7AD81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42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c 3">
            <a:extLst>
              <a:ext uri="{FF2B5EF4-FFF2-40B4-BE49-F238E27FC236}">
                <a16:creationId xmlns:a16="http://schemas.microsoft.com/office/drawing/2014/main" id="{49A074EC-4B90-20FC-DCD9-D64315A1DFA6}"/>
              </a:ext>
            </a:extLst>
          </p:cNvPr>
          <p:cNvSpPr/>
          <p:nvPr/>
        </p:nvSpPr>
        <p:spPr>
          <a:xfrm>
            <a:off x="3891776" y="1773044"/>
            <a:ext cx="1655956" cy="1655956"/>
          </a:xfrm>
          <a:prstGeom prst="arc">
            <a:avLst>
              <a:gd name="adj1" fmla="val 16403831"/>
              <a:gd name="adj2" fmla="val 1596913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2595B192-17F2-DE3C-7F63-BF34D42F7C2D}"/>
              </a:ext>
            </a:extLst>
          </p:cNvPr>
          <p:cNvCxnSpPr/>
          <p:nvPr/>
        </p:nvCxnSpPr>
        <p:spPr>
          <a:xfrm>
            <a:off x="3546086" y="1405053"/>
            <a:ext cx="1103971" cy="379142"/>
          </a:xfrm>
          <a:prstGeom prst="bentConnector3">
            <a:avLst>
              <a:gd name="adj1" fmla="val 99495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33EF23EC-A152-EDD1-AB81-45EF0BE85D80}"/>
              </a:ext>
            </a:extLst>
          </p:cNvPr>
          <p:cNvCxnSpPr>
            <a:cxnSpLocks/>
          </p:cNvCxnSpPr>
          <p:nvPr/>
        </p:nvCxnSpPr>
        <p:spPr>
          <a:xfrm flipH="1">
            <a:off x="4783875" y="1405386"/>
            <a:ext cx="1103971" cy="379142"/>
          </a:xfrm>
          <a:prstGeom prst="bentConnector3">
            <a:avLst>
              <a:gd name="adj1" fmla="val 99495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4244CAA-AD62-78F3-BEC1-5D41D1D7BE21}"/>
              </a:ext>
            </a:extLst>
          </p:cNvPr>
          <p:cNvSpPr/>
          <p:nvPr/>
        </p:nvSpPr>
        <p:spPr>
          <a:xfrm>
            <a:off x="4730905" y="2564779"/>
            <a:ext cx="45720" cy="1828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5BD97D-63DA-84EA-2945-8CFEA3F1FB49}"/>
                  </a:ext>
                </a:extLst>
              </p:cNvPr>
              <p:cNvSpPr txBox="1"/>
              <p:nvPr/>
            </p:nvSpPr>
            <p:spPr>
              <a:xfrm>
                <a:off x="5335860" y="1059368"/>
                <a:ext cx="14329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=3.3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5BD97D-63DA-84EA-2945-8CFEA3F1F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860" y="1059368"/>
                <a:ext cx="1432936" cy="369332"/>
              </a:xfrm>
              <a:prstGeom prst="rect">
                <a:avLst/>
              </a:prstGeom>
              <a:blipFill>
                <a:blip r:embed="rId2"/>
                <a:stretch>
                  <a:fillRect t="-11667" r="-127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5DE863-45F5-020B-606A-79C77F169ACC}"/>
                  </a:ext>
                </a:extLst>
              </p:cNvPr>
              <p:cNvSpPr txBox="1"/>
              <p:nvPr/>
            </p:nvSpPr>
            <p:spPr>
              <a:xfrm>
                <a:off x="3150220" y="1035051"/>
                <a:ext cx="7917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𝐺𝑁𝐷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5DE863-45F5-020B-606A-79C77F169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0220" y="1035051"/>
                <a:ext cx="791737" cy="369332"/>
              </a:xfrm>
              <a:prstGeom prst="rect">
                <a:avLst/>
              </a:prstGeom>
              <a:blipFill>
                <a:blip r:embed="rId3"/>
                <a:stretch>
                  <a:fillRect t="-11667" r="-384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2EAA2A-E725-0A4B-3DB4-A15CD0A1891C}"/>
                  </a:ext>
                </a:extLst>
              </p:cNvPr>
              <p:cNvSpPr txBox="1"/>
              <p:nvPr/>
            </p:nvSpPr>
            <p:spPr>
              <a:xfrm>
                <a:off x="4719754" y="4208913"/>
                <a:ext cx="16559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≈ 1.65 </m:t>
                      </m:r>
                      <m:r>
                        <a:rPr lang="en-US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2EAA2A-E725-0A4B-3DB4-A15CD0A18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754" y="4208913"/>
                <a:ext cx="1655956" cy="369332"/>
              </a:xfrm>
              <a:prstGeom prst="rect">
                <a:avLst/>
              </a:prstGeom>
              <a:blipFill>
                <a:blip r:embed="rId4"/>
                <a:stretch>
                  <a:fillRect t="-9836" r="-3309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528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DD8D3-F6E4-4E5D-3D2B-D1B00329D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c 3">
            <a:extLst>
              <a:ext uri="{FF2B5EF4-FFF2-40B4-BE49-F238E27FC236}">
                <a16:creationId xmlns:a16="http://schemas.microsoft.com/office/drawing/2014/main" id="{968449DE-E330-C0CD-7647-A6E928DD42F3}"/>
              </a:ext>
            </a:extLst>
          </p:cNvPr>
          <p:cNvSpPr/>
          <p:nvPr/>
        </p:nvSpPr>
        <p:spPr>
          <a:xfrm>
            <a:off x="3891776" y="1773044"/>
            <a:ext cx="1655956" cy="1655956"/>
          </a:xfrm>
          <a:prstGeom prst="arc">
            <a:avLst>
              <a:gd name="adj1" fmla="val 16403831"/>
              <a:gd name="adj2" fmla="val 1596913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E5D38CFF-C861-C6BD-0A81-203E9071B23B}"/>
              </a:ext>
            </a:extLst>
          </p:cNvPr>
          <p:cNvCxnSpPr/>
          <p:nvPr/>
        </p:nvCxnSpPr>
        <p:spPr>
          <a:xfrm>
            <a:off x="3546086" y="1405053"/>
            <a:ext cx="1103971" cy="379142"/>
          </a:xfrm>
          <a:prstGeom prst="bentConnector3">
            <a:avLst>
              <a:gd name="adj1" fmla="val 99495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B223140A-A5FB-2A94-C0CC-E37B640A4580}"/>
              </a:ext>
            </a:extLst>
          </p:cNvPr>
          <p:cNvCxnSpPr>
            <a:cxnSpLocks/>
          </p:cNvCxnSpPr>
          <p:nvPr/>
        </p:nvCxnSpPr>
        <p:spPr>
          <a:xfrm flipH="1">
            <a:off x="4783875" y="1405386"/>
            <a:ext cx="1103971" cy="379142"/>
          </a:xfrm>
          <a:prstGeom prst="bentConnector3">
            <a:avLst>
              <a:gd name="adj1" fmla="val 99495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B8E3287-A34B-C202-C08E-18E7EDC63FC5}"/>
              </a:ext>
            </a:extLst>
          </p:cNvPr>
          <p:cNvSpPr/>
          <p:nvPr/>
        </p:nvSpPr>
        <p:spPr>
          <a:xfrm rot="21227091">
            <a:off x="4656755" y="858644"/>
            <a:ext cx="45720" cy="1828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7CFD3C-0E93-326C-FD34-BBB96D1DA053}"/>
                  </a:ext>
                </a:extLst>
              </p:cNvPr>
              <p:cNvSpPr txBox="1"/>
              <p:nvPr/>
            </p:nvSpPr>
            <p:spPr>
              <a:xfrm>
                <a:off x="5171378" y="1071791"/>
                <a:ext cx="14329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=3.3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7CFD3C-0E93-326C-FD34-BBB96D1DA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378" y="1071791"/>
                <a:ext cx="143293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2709A7-EB77-57CD-9FC8-F50B76110CEA}"/>
                  </a:ext>
                </a:extLst>
              </p:cNvPr>
              <p:cNvSpPr txBox="1"/>
              <p:nvPr/>
            </p:nvSpPr>
            <p:spPr>
              <a:xfrm>
                <a:off x="3185268" y="1094093"/>
                <a:ext cx="7917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𝐺𝑁𝐷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2709A7-EB77-57CD-9FC8-F50B76110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268" y="1094093"/>
                <a:ext cx="79173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84416A-6349-350F-99DA-67E36EB35ACB}"/>
                  </a:ext>
                </a:extLst>
              </p:cNvPr>
              <p:cNvSpPr txBox="1"/>
              <p:nvPr/>
            </p:nvSpPr>
            <p:spPr>
              <a:xfrm>
                <a:off x="3729916" y="481723"/>
                <a:ext cx="16559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84416A-6349-350F-99DA-67E36EB35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916" y="481723"/>
                <a:ext cx="16559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746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0A8BD-A8C2-2782-DB26-190E22036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c 3">
            <a:extLst>
              <a:ext uri="{FF2B5EF4-FFF2-40B4-BE49-F238E27FC236}">
                <a16:creationId xmlns:a16="http://schemas.microsoft.com/office/drawing/2014/main" id="{87DFBE1B-A41A-D660-2733-11219132572A}"/>
              </a:ext>
            </a:extLst>
          </p:cNvPr>
          <p:cNvSpPr/>
          <p:nvPr/>
        </p:nvSpPr>
        <p:spPr>
          <a:xfrm>
            <a:off x="3891776" y="1773044"/>
            <a:ext cx="1655956" cy="1655956"/>
          </a:xfrm>
          <a:prstGeom prst="arc">
            <a:avLst>
              <a:gd name="adj1" fmla="val 16403831"/>
              <a:gd name="adj2" fmla="val 1596913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8382FE07-60A9-B96F-A0AF-6699F7E163F6}"/>
              </a:ext>
            </a:extLst>
          </p:cNvPr>
          <p:cNvCxnSpPr/>
          <p:nvPr/>
        </p:nvCxnSpPr>
        <p:spPr>
          <a:xfrm>
            <a:off x="3546086" y="1405053"/>
            <a:ext cx="1103971" cy="379142"/>
          </a:xfrm>
          <a:prstGeom prst="bentConnector3">
            <a:avLst>
              <a:gd name="adj1" fmla="val 99495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ADAFAF1-1B44-B154-0408-13358ED5422A}"/>
              </a:ext>
            </a:extLst>
          </p:cNvPr>
          <p:cNvCxnSpPr>
            <a:cxnSpLocks/>
          </p:cNvCxnSpPr>
          <p:nvPr/>
        </p:nvCxnSpPr>
        <p:spPr>
          <a:xfrm flipH="1">
            <a:off x="4783875" y="1405386"/>
            <a:ext cx="1103971" cy="379142"/>
          </a:xfrm>
          <a:prstGeom prst="bentConnector3">
            <a:avLst>
              <a:gd name="adj1" fmla="val 99495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A3FE612-7313-6D8C-DD41-738C301A8BAF}"/>
              </a:ext>
            </a:extLst>
          </p:cNvPr>
          <p:cNvSpPr/>
          <p:nvPr/>
        </p:nvSpPr>
        <p:spPr>
          <a:xfrm rot="372909" flipH="1">
            <a:off x="4745963" y="858644"/>
            <a:ext cx="45720" cy="1828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1604D4-F509-2EB0-9A28-659BAFEC47D0}"/>
                  </a:ext>
                </a:extLst>
              </p:cNvPr>
              <p:cNvSpPr txBox="1"/>
              <p:nvPr/>
            </p:nvSpPr>
            <p:spPr>
              <a:xfrm>
                <a:off x="5171378" y="1014414"/>
                <a:ext cx="14329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=3.3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1604D4-F509-2EB0-9A28-659BAFEC4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378" y="1014414"/>
                <a:ext cx="143293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DB420B-EB9E-F00E-FA7E-4DFCFACAFBA3}"/>
                  </a:ext>
                </a:extLst>
              </p:cNvPr>
              <p:cNvSpPr txBox="1"/>
              <p:nvPr/>
            </p:nvSpPr>
            <p:spPr>
              <a:xfrm>
                <a:off x="3304857" y="1036392"/>
                <a:ext cx="7917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𝐺𝑁𝐷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DB420B-EB9E-F00E-FA7E-4DFCFACAF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857" y="1036392"/>
                <a:ext cx="79173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584D302-3353-3173-59C7-6825FD124DC0}"/>
                  </a:ext>
                </a:extLst>
              </p:cNvPr>
              <p:cNvSpPr txBox="1"/>
              <p:nvPr/>
            </p:nvSpPr>
            <p:spPr>
              <a:xfrm>
                <a:off x="3729916" y="481723"/>
                <a:ext cx="16559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3.3</m:t>
                      </m:r>
                      <m:r>
                        <a:rPr lang="en-US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584D302-3353-3173-59C7-6825FD124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916" y="481723"/>
                <a:ext cx="16559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5968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DBAD28-C790-37C6-6AAD-AD2381E4D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795" y="1319016"/>
            <a:ext cx="7315200" cy="367303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D24718-C2B2-9CE5-DEF4-5F6703EBF10B}"/>
              </a:ext>
            </a:extLst>
          </p:cNvPr>
          <p:cNvCxnSpPr/>
          <p:nvPr/>
        </p:nvCxnSpPr>
        <p:spPr>
          <a:xfrm flipV="1">
            <a:off x="3323935" y="405423"/>
            <a:ext cx="0" cy="1170878"/>
          </a:xfrm>
          <a:prstGeom prst="line">
            <a:avLst/>
          </a:prstGeom>
          <a:ln w="28575">
            <a:solidFill>
              <a:schemeClr val="accent2"/>
            </a:solidFill>
            <a:prstDash val="sysDash"/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2724DF0-CBFE-0DCB-9AA2-665CF9DC0FC7}"/>
              </a:ext>
            </a:extLst>
          </p:cNvPr>
          <p:cNvSpPr txBox="1"/>
          <p:nvPr/>
        </p:nvSpPr>
        <p:spPr>
          <a:xfrm>
            <a:off x="3326433" y="161675"/>
            <a:ext cx="1214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+peak 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18A6FF-9687-F5CE-758A-CF5FF94A9E7F}"/>
              </a:ext>
            </a:extLst>
          </p:cNvPr>
          <p:cNvCxnSpPr/>
          <p:nvPr/>
        </p:nvCxnSpPr>
        <p:spPr>
          <a:xfrm flipV="1">
            <a:off x="3933535" y="933276"/>
            <a:ext cx="0" cy="1170878"/>
          </a:xfrm>
          <a:prstGeom prst="line">
            <a:avLst/>
          </a:prstGeom>
          <a:ln w="28575">
            <a:solidFill>
              <a:schemeClr val="accent2"/>
            </a:solidFill>
            <a:prstDash val="sysDash"/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621B8FF-06A7-15A2-B1EC-0F99C2D003A0}"/>
              </a:ext>
            </a:extLst>
          </p:cNvPr>
          <p:cNvSpPr txBox="1"/>
          <p:nvPr/>
        </p:nvSpPr>
        <p:spPr>
          <a:xfrm>
            <a:off x="3988305" y="710778"/>
            <a:ext cx="1214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+peak 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0DB1FA-7B72-87C5-BF3A-024973AAD9EC}"/>
              </a:ext>
            </a:extLst>
          </p:cNvPr>
          <p:cNvCxnSpPr>
            <a:cxnSpLocks/>
          </p:cNvCxnSpPr>
          <p:nvPr/>
        </p:nvCxnSpPr>
        <p:spPr>
          <a:xfrm>
            <a:off x="3619211" y="4768548"/>
            <a:ext cx="0" cy="1170878"/>
          </a:xfrm>
          <a:prstGeom prst="line">
            <a:avLst/>
          </a:prstGeom>
          <a:ln w="28575">
            <a:solidFill>
              <a:srgbClr val="00B050"/>
            </a:solidFill>
            <a:prstDash val="sysDash"/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41F69B7-28F4-6847-8D00-B3507C80F794}"/>
              </a:ext>
            </a:extLst>
          </p:cNvPr>
          <p:cNvSpPr txBox="1"/>
          <p:nvPr/>
        </p:nvSpPr>
        <p:spPr>
          <a:xfrm>
            <a:off x="3619211" y="5823813"/>
            <a:ext cx="1214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-peak 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F4E993-3445-1A0F-2C38-158DFAC8D426}"/>
              </a:ext>
            </a:extLst>
          </p:cNvPr>
          <p:cNvCxnSpPr>
            <a:cxnSpLocks/>
          </p:cNvCxnSpPr>
          <p:nvPr/>
        </p:nvCxnSpPr>
        <p:spPr>
          <a:xfrm>
            <a:off x="4257386" y="4303058"/>
            <a:ext cx="0" cy="1170878"/>
          </a:xfrm>
          <a:prstGeom prst="line">
            <a:avLst/>
          </a:prstGeom>
          <a:ln w="28575">
            <a:solidFill>
              <a:srgbClr val="00B050"/>
            </a:solidFill>
            <a:prstDash val="sysDash"/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3C6212-E2F3-D9EB-104C-A39DD3F05675}"/>
              </a:ext>
            </a:extLst>
          </p:cNvPr>
          <p:cNvSpPr txBox="1"/>
          <p:nvPr/>
        </p:nvSpPr>
        <p:spPr>
          <a:xfrm>
            <a:off x="4257386" y="5358323"/>
            <a:ext cx="1214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-peak 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4511B2-CCFD-8CCA-1DD2-8F7D9EAC7962}"/>
              </a:ext>
            </a:extLst>
          </p:cNvPr>
          <p:cNvCxnSpPr/>
          <p:nvPr/>
        </p:nvCxnSpPr>
        <p:spPr>
          <a:xfrm>
            <a:off x="3323935" y="1450181"/>
            <a:ext cx="6096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C872939-B54A-AE02-8820-163840ECA81E}"/>
                  </a:ext>
                </a:extLst>
              </p:cNvPr>
              <p:cNvSpPr txBox="1"/>
              <p:nvPr/>
            </p:nvSpPr>
            <p:spPr>
              <a:xfrm>
                <a:off x="3043183" y="1445057"/>
                <a:ext cx="12142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6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C872939-B54A-AE02-8820-163840ECA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183" y="1445057"/>
                <a:ext cx="1214203" cy="338554"/>
              </a:xfrm>
              <a:prstGeom prst="rect">
                <a:avLst/>
              </a:prstGeom>
              <a:blipFill>
                <a:blip r:embed="rId3"/>
                <a:stretch>
                  <a:fillRect t="-7143" b="-19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0B4AB65-E5ED-2185-1C54-6E65D1F2C569}"/>
                  </a:ext>
                </a:extLst>
              </p:cNvPr>
              <p:cNvSpPr txBox="1"/>
              <p:nvPr/>
            </p:nvSpPr>
            <p:spPr>
              <a:xfrm>
                <a:off x="3381203" y="4444750"/>
                <a:ext cx="12142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6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0B4AB65-E5ED-2185-1C54-6E65D1F2C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203" y="4444750"/>
                <a:ext cx="1214203" cy="338554"/>
              </a:xfrm>
              <a:prstGeom prst="rect">
                <a:avLst/>
              </a:prstGeom>
              <a:blipFill>
                <a:blip r:embed="rId4"/>
                <a:stretch>
                  <a:fillRect t="-7143" b="-19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774BAAF-51E0-D45F-FBBD-97BC99735593}"/>
              </a:ext>
            </a:extLst>
          </p:cNvPr>
          <p:cNvCxnSpPr/>
          <p:nvPr/>
        </p:nvCxnSpPr>
        <p:spPr>
          <a:xfrm>
            <a:off x="3628735" y="4888497"/>
            <a:ext cx="6096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800E4C-9030-C661-20E7-3C5CF644789D}"/>
              </a:ext>
            </a:extLst>
          </p:cNvPr>
          <p:cNvCxnSpPr/>
          <p:nvPr/>
        </p:nvCxnSpPr>
        <p:spPr>
          <a:xfrm>
            <a:off x="3316737" y="1580816"/>
            <a:ext cx="0" cy="1783080"/>
          </a:xfrm>
          <a:prstGeom prst="straightConnector1">
            <a:avLst/>
          </a:prstGeom>
          <a:ln w="12700">
            <a:prstDash val="sysDot"/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C01857C-EBFC-4D4C-9E7C-65381599188F}"/>
                  </a:ext>
                </a:extLst>
              </p:cNvPr>
              <p:cNvSpPr txBox="1"/>
              <p:nvPr/>
            </p:nvSpPr>
            <p:spPr>
              <a:xfrm>
                <a:off x="2309351" y="2265733"/>
                <a:ext cx="12142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6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C01857C-EBFC-4D4C-9E7C-653815991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351" y="2265733"/>
                <a:ext cx="1214203" cy="338554"/>
              </a:xfrm>
              <a:prstGeom prst="rect">
                <a:avLst/>
              </a:prstGeom>
              <a:blipFill>
                <a:blip r:embed="rId5"/>
                <a:stretch>
                  <a:fillRect t="-7273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FBB1A9-70CC-62C7-C865-9542615794A1}"/>
              </a:ext>
            </a:extLst>
          </p:cNvPr>
          <p:cNvCxnSpPr/>
          <p:nvPr/>
        </p:nvCxnSpPr>
        <p:spPr>
          <a:xfrm>
            <a:off x="3621708" y="3269122"/>
            <a:ext cx="0" cy="1554480"/>
          </a:xfrm>
          <a:prstGeom prst="straightConnector1">
            <a:avLst/>
          </a:prstGeom>
          <a:ln w="12700">
            <a:prstDash val="sysDot"/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EDDE7D-ED37-526E-FDDD-96C7F2CF1DA4}"/>
                  </a:ext>
                </a:extLst>
              </p:cNvPr>
              <p:cNvSpPr txBox="1"/>
              <p:nvPr/>
            </p:nvSpPr>
            <p:spPr>
              <a:xfrm>
                <a:off x="2671010" y="3701393"/>
                <a:ext cx="12142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6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EDDE7D-ED37-526E-FDDD-96C7F2CF1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010" y="3701393"/>
                <a:ext cx="1214203" cy="338554"/>
              </a:xfrm>
              <a:prstGeom prst="rect">
                <a:avLst/>
              </a:prstGeom>
              <a:blipFill>
                <a:blip r:embed="rId6"/>
                <a:stretch>
                  <a:fillRect t="-7143" b="-19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6A840BD-5914-61C1-248E-2FA8642C2500}"/>
              </a:ext>
            </a:extLst>
          </p:cNvPr>
          <p:cNvCxnSpPr/>
          <p:nvPr/>
        </p:nvCxnSpPr>
        <p:spPr>
          <a:xfrm>
            <a:off x="4252623" y="3292190"/>
            <a:ext cx="0" cy="1033272"/>
          </a:xfrm>
          <a:prstGeom prst="straightConnector1">
            <a:avLst/>
          </a:prstGeom>
          <a:ln w="12700">
            <a:prstDash val="sysDot"/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4536FCF-B2D2-F3CB-5FAD-FF25B7E76635}"/>
                  </a:ext>
                </a:extLst>
              </p:cNvPr>
              <p:cNvSpPr txBox="1"/>
              <p:nvPr/>
            </p:nvSpPr>
            <p:spPr>
              <a:xfrm>
                <a:off x="3965305" y="3709909"/>
                <a:ext cx="12142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6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4536FCF-B2D2-F3CB-5FAD-FF25B7E76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305" y="3709909"/>
                <a:ext cx="1214203" cy="338554"/>
              </a:xfrm>
              <a:prstGeom prst="rect">
                <a:avLst/>
              </a:prstGeom>
              <a:blipFill>
                <a:blip r:embed="rId7"/>
                <a:stretch>
                  <a:fillRect t="-7273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87063D4-9EAD-2737-36CF-39A4073D9129}"/>
              </a:ext>
            </a:extLst>
          </p:cNvPr>
          <p:cNvCxnSpPr/>
          <p:nvPr/>
        </p:nvCxnSpPr>
        <p:spPr>
          <a:xfrm>
            <a:off x="3934058" y="2087401"/>
            <a:ext cx="0" cy="1280160"/>
          </a:xfrm>
          <a:prstGeom prst="straightConnector1">
            <a:avLst/>
          </a:prstGeom>
          <a:ln w="12700">
            <a:prstDash val="sysDot"/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0EFCF9A-9348-5EC9-7BD7-61DB4FCFA9CF}"/>
                  </a:ext>
                </a:extLst>
              </p:cNvPr>
              <p:cNvSpPr txBox="1"/>
              <p:nvPr/>
            </p:nvSpPr>
            <p:spPr>
              <a:xfrm>
                <a:off x="3590292" y="2506430"/>
                <a:ext cx="12142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6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0EFCF9A-9348-5EC9-7BD7-61DB4FCFA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292" y="2506430"/>
                <a:ext cx="1214203" cy="338554"/>
              </a:xfrm>
              <a:prstGeom prst="rect">
                <a:avLst/>
              </a:prstGeom>
              <a:blipFill>
                <a:blip r:embed="rId8"/>
                <a:stretch>
                  <a:fillRect t="-7143" b="-19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6F3A2196-DF49-8DB6-E9DE-9EB97CE9F692}"/>
              </a:ext>
            </a:extLst>
          </p:cNvPr>
          <p:cNvSpPr txBox="1"/>
          <p:nvPr/>
        </p:nvSpPr>
        <p:spPr>
          <a:xfrm>
            <a:off x="1271588" y="3100380"/>
            <a:ext cx="921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0 Deg</a:t>
            </a:r>
          </a:p>
        </p:txBody>
      </p:sp>
    </p:spTree>
    <p:extLst>
      <p:ext uri="{BB962C8B-B14F-4D97-AF65-F5344CB8AC3E}">
        <p14:creationId xmlns:p14="http://schemas.microsoft.com/office/powerpoint/2010/main" val="25373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B67B098-1C7F-889D-46FC-6FE84CF19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476" y="696993"/>
            <a:ext cx="5845047" cy="546401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FBFA69-4209-AA8C-495D-5E7DF065BC25}"/>
              </a:ext>
            </a:extLst>
          </p:cNvPr>
          <p:cNvCxnSpPr>
            <a:cxnSpLocks/>
          </p:cNvCxnSpPr>
          <p:nvPr/>
        </p:nvCxnSpPr>
        <p:spPr>
          <a:xfrm flipV="1">
            <a:off x="2552700" y="1078706"/>
            <a:ext cx="1204913" cy="7119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012F1A0-83E5-01B0-AC0C-9A0B779224C8}"/>
              </a:ext>
            </a:extLst>
          </p:cNvPr>
          <p:cNvSpPr txBox="1"/>
          <p:nvPr/>
        </p:nvSpPr>
        <p:spPr>
          <a:xfrm>
            <a:off x="1488281" y="1922501"/>
            <a:ext cx="212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turn of tkinter-GUI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F140B7-99A6-FCEF-2EA3-D9FA5FA46263}"/>
              </a:ext>
            </a:extLst>
          </p:cNvPr>
          <p:cNvCxnSpPr>
            <a:cxnSpLocks/>
          </p:cNvCxnSpPr>
          <p:nvPr/>
        </p:nvCxnSpPr>
        <p:spPr>
          <a:xfrm>
            <a:off x="2362199" y="5722144"/>
            <a:ext cx="1395414" cy="2357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9016C00-64CC-E2C6-C3AA-A51F414169FB}"/>
              </a:ext>
            </a:extLst>
          </p:cNvPr>
          <p:cNvSpPr txBox="1"/>
          <p:nvPr/>
        </p:nvSpPr>
        <p:spPr>
          <a:xfrm>
            <a:off x="1297781" y="5275301"/>
            <a:ext cx="212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turn off tkinter-GUI</a:t>
            </a:r>
          </a:p>
        </p:txBody>
      </p:sp>
    </p:spTree>
    <p:extLst>
      <p:ext uri="{BB962C8B-B14F-4D97-AF65-F5344CB8AC3E}">
        <p14:creationId xmlns:p14="http://schemas.microsoft.com/office/powerpoint/2010/main" val="3873257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</TotalTime>
  <Words>59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Yue Cao</dc:creator>
  <cp:lastModifiedBy>Yue Cao</cp:lastModifiedBy>
  <cp:revision>1</cp:revision>
  <dcterms:created xsi:type="dcterms:W3CDTF">2025-11-11T03:12:17Z</dcterms:created>
  <dcterms:modified xsi:type="dcterms:W3CDTF">2025-11-11T17:03:27Z</dcterms:modified>
</cp:coreProperties>
</file>